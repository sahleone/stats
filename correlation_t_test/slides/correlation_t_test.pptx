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73152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0584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Overview for MA235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Methods  •  Spring 2022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Hypothesis Testing?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29844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09728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method used to determine whether there is enough evidence in a sample to conclude that a certain condition holds true for the entire population.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33172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6"/>
          <p:cNvSpPr/>
          <p:nvPr/>
        </p:nvSpPr>
        <p:spPr>
          <a:xfrm>
            <a:off x="1463040" y="2606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6974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Claim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2296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 statement about a population parameter that you want to test.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429000" y="233172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29000" y="2331720"/>
            <a:ext cx="25603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1"/>
          <p:cNvSpPr/>
          <p:nvPr/>
        </p:nvSpPr>
        <p:spPr>
          <a:xfrm>
            <a:off x="4251960" y="2606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6974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1188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Evidence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61188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sample data and compute a test statistic to measure how far the sample is from the claim.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233172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0" y="2331720"/>
            <a:ext cx="25603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Shape 16"/>
          <p:cNvSpPr/>
          <p:nvPr/>
        </p:nvSpPr>
        <p:spPr>
          <a:xfrm>
            <a:off x="7040880" y="260604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6974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008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Decision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40080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test statistic to a critical value and decide whether to reject or fail to reject the claim.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Hypotheses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43000"/>
            <a:ext cx="73152" cy="3474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H₀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assumption — states there is </a:t>
            </a:r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difference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the two groups.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mean number of texts sent by men equals the mean number sent by women."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H₀: μ₁ = μ₂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73152" cy="3474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280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H₁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94360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Hypothesis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0640" y="20116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you are testing — states there </a:t>
            </a:r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significant difference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the two groups.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mean number of texts sent by men does not equal the mean sent by women."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H₁: μ₁ ≠ μ₂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Significance Level (α)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926080" cy="256032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 = 0.05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chance of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rejecting a true H₀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specified in your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MA235 project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1097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mean?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23360" y="1600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significance level (α) is the probability threshold for rejecting the null hypothesis. It represents the maximum acceptable risk of a Type I error — concluding there is a difference when there really isn't 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23360" y="2743200"/>
            <a:ext cx="46634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23360" y="2743200"/>
            <a:ext cx="64008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Error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Rejecting H₀ when it is actually true (false positive)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0" y="3794760"/>
            <a:ext cx="46634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23360" y="379476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 Error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4206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to reject H₀ when it is actually false (false negative)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Two-Sample t-Test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comparing means of two independent groups with small samples (n &lt; 30)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164592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Statistic Formula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= (x̄₁ − x̄₂) / √( s₁²/n₁ + s₂²/n₂ 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x̄₁, x̄₂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sample means     </a:t>
            </a:r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s₁, s₂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standard deviations     </a:t>
            </a:r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n₁, n₂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sample sizes (15 each)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= 15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group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7480" y="352044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3464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 ≈ n₁+n₂−2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83464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28 for this project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52044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9204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two-tailed test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12280" y="352044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Value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t* ≈ ±2.048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4944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t-table, df=28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the Decision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calculated t-statistic to the critical value t*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83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 H₀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|t| &gt; t*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22960" y="29260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absolute value of your test statistic exceeds the critical value, there IS sufficient evidence of a significant difference between the two groups.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50876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508760"/>
            <a:ext cx="3749040" cy="54864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830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 to Reject H₀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93776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|t| ≤ t*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937760" y="29260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absolute value of your test statistic does not exceed the critical value, there is NOT sufficient evidence to conclude a significant difference.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Hypothesis Test —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91540" y="1627632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051560"/>
            <a:ext cx="71323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Hypotheses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3716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H₀ (no difference) and H₁ (there is a difference) for your two groups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90195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91540" y="2404872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1828800"/>
            <a:ext cx="71323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5448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Significance Level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21488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α = 0.05 as specified in the project requirements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67919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1540" y="3182112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2606040"/>
            <a:ext cx="71323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55448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Critical Value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2926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t* from the t-distribution table using df = n₁ + n₂ − 2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4564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91540" y="3959352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3383280"/>
            <a:ext cx="71323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55448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Test Statistic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37033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 using sample means, standard deviations, and sample sizes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233672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371600" y="4160520"/>
            <a:ext cx="71323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55448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Conclusion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44805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|t| to t* — reject or fail to reject H₀ and explain what it means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80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lets you determine if two groups are significantly different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965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state both H₀ (no difference) and H₁ (there is a difference) before collecting data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9748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t-test is appropriate for comparing two small, independent samples (n = 15)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8328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0160" y="3337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decision depends on comparing |t| to the critical value at α = 0.05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6908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80160" y="4023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conclusion in context explains what the result means for your specific research question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luck with your MA235 project!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Hypothesis Testing Overview</dc:title>
  <dc:subject>PptxGenJS Presentation</dc:subject>
  <dc:creator>MA235</dc:creator>
  <cp:lastModifiedBy>MA235</cp:lastModifiedBy>
  <cp:revision>1</cp:revision>
  <dcterms:created xsi:type="dcterms:W3CDTF">2026-03-01T19:18:19Z</dcterms:created>
  <dcterms:modified xsi:type="dcterms:W3CDTF">2026-03-01T19:18:19Z</dcterms:modified>
</cp:coreProperties>
</file>