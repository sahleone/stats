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One-Way ANOVA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Variance for Comparing Group Means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Statistics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4754880"/>
            <a:ext cx="2743200" cy="54864"/>
          </a:xfrm>
          <a:prstGeom prst="rect">
            <a:avLst/>
          </a:prstGeom>
          <a:solidFill>
            <a:srgbClr val="E891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 We Use One-Way ANOVA?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one categorical factor (independent variable) with k ≥ 3 groups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compare the means of these groups on a continuous outcome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Do three teaching methods produce different average exam scores?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answers: 'Is there a difference somewhere?' — not which groups differ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Run Multiple t-Tests?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 groups, you'd need k(k−1)/2 pairwise t-tests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has α = 0.05 chance of a false positive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groups → 10 tests → ~40% chance of at least one false positive!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performs ONE test that controls the overall error rate at α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μ₁ = μ₂ = μ₃ = ... = μₖ  (all group means are equal)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At least one group mean differs from the others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always a right-tailed F-test (large F → evidence of differences)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Rejecting H₀ does NOT tell you which groups differ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 Statistic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10515600" cy="146304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MS_between / MS_within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MS_between = SS_between / (k − 1)    ← variation between group means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MS_within = SS_within / (N − k)       ← variation within groups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SS_between = Σ nᵢ(x̄ᵢ − x̄)²          ← how far group means are from grand mean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SS_within = Σ Σ (xᵢⱼ − x̄ᵢ)²          ← how far observations are from their group mean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group means are very different → SS_between is large → F is large → reject H₀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ANOVA 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10332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1371600"/>
                <a:gridCol w="25603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− 1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SS_B / (k−1)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MS_B / MS_W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− 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SS_W / (N−k)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− 1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SS_total = SS_between + SS_within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Independence — observations are independent within and across groups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Normality — populations are approximately normal (robust with equal n and n ≥ 20)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Equal Variances — σ₁² = σ₂² = ... = σₖ²  (check: largest s / smallest s &lt; 2)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assumptions are violated, consider Kruskal-Wallis (nonparametric alternative)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 Size: Eta-Squared (η²)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= SS_between / SS_total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proportion of total variability explained by the grouping factor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≈ 0.01 → small effect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≈ 0.06 → medium effect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≈ 0.14 → large effect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Teaching Methods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professor assigns 15 students to 3 teaching methods (5 per group)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 scores: 78, 85, 82, 80, 75  →  mean = 80.0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scores: 90, 88, 92, 85, 95  →  mean = 90.0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 scores: 70, 72, 68, 74, 66  →  mean = 70.0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mean = 80.0.  Test at α = 0.05.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SS_between = 5(80−80)² + 5(90−80)² + 5(70−80)² = 1000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SS_within = 52 + 50 + 40 = 142   (sum of squared deviations within each group)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(1000/2) / (142/12) = 500 / 11.83 = 42.25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F_critical(0.05, 2, 12) = 3.885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42.25 &gt; 3.885  →  REJECT H₀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= 1000/1142 = 0.876 (large effect)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Teaching method significantly affects scores. Post-hoc needed.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to Avoid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Running multiple t-tests instead of ANOVA (inflates Type I error)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Claiming ALL means differ when H₀ is rejected (only 'at least one' differs)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Forgetting to check equal variance assumption before running ANOVA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Skipping post-hoc tests after rejecting H₀ (ANOVA doesn't say which groups differ)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ANOVA compares 3+ group means with a single F-test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 = (between-group variability) / (within-group variability)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 right-tailed: large F → evidence of group differences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 η² as the effect size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Follow up with post-hoc tests (Tukey's HSD) if H₀ rejected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Also: Kruskal-Wallis (nonparametric) · Two-Way ANOVA (two factors) · Two-Sample T-Test (k=2)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One-Way ANOVA</dc:title>
  <dc:subject>PptxGenJS Presentation</dc:subject>
  <dc:creator>Statistics Course</dc:creator>
  <cp:lastModifiedBy>Statistics Course</cp:lastModifiedBy>
  <cp:revision>1</cp:revision>
  <dcterms:created xsi:type="dcterms:W3CDTF">2026-03-09T09:09:54Z</dcterms:created>
  <dcterms:modified xsi:type="dcterms:W3CDTF">2026-03-09T09:09:54Z</dcterms:modified>
</cp:coreProperties>
</file>