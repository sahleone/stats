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ANOVA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Two Factors and Their Interaction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4754880"/>
            <a:ext cx="2743200" cy="54864"/>
          </a:xfrm>
          <a:prstGeom prst="rect">
            <a:avLst/>
          </a:prstGeom>
          <a:solidFill>
            <a:srgbClr val="2E9E6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 We Use Two-Way ANOVA?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TWO categorical factors (independent variables) and one continuous outcome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test: Does Factor A affect the outcome? Does Factor B? Does the combination matter?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Does exercise type AND diet type affect weight loss? Does the effect depend on the combination?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tests both main effects AND the interaction in one analysis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Hypotheses Tested Simultaneously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 of Factor A: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H₀: All levels of A have equal means  →  H₁: At least one differs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Effect of Factor B: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H₀: All levels of B have equal means  →  H₁: At least one differs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Effect (A × B):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H₀: No interaction  →  H₁: The effect of A depends on the level of B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Interaction?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interaction means the effect of one factor DEPENDS on the level of the other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drug helps young patients but not old patients → drug × age interaction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Visually: parallel lines in a profile plot → no interaction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Non-parallel (crossing or diverging) lines → interaction present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interaction FIRST — if significant, main effects need careful interpretation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F Statistics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10515600" cy="1645920"/>
          </a:xfrm>
          <a:prstGeom prst="rect">
            <a:avLst/>
          </a:prstGeom>
          <a:solidFill>
            <a:srgbClr val="F2F6FC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F_A = MS_A / MS_Error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F_B = MS_B / MS_Error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F_AB = MS_AB / MS_Error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df_A = a − 1     (a = levels of Factor A)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df_B = b − 1     (b = levels of Factor B)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df_AB = (a−1)(b−1)   (interaction)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df_Error = N − ab     (within-cell variation)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 is compared to its own F_critical value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Two-Way ANOVA Table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332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82880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SS_A / df_A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MS_A / MS_E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− 1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SS_B / df_B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MS_B / MS_E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×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SS_AB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(a−1)(b−1)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SS_AB / df_AB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MS_AB / MS_E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ab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SS_E / df_E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SS_T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SS_total = SS_A + SS_B + SS_AB + SS_Error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Independence — observations are independent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Normality — outcome is approximately normal within each cell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Equal Variances — same variance across all cells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Balanced design preferred (equal n per cell), but unbalanced is possible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assumptions violated, consider transformations or nonparametric approaches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Exercise × Diet on Weight Loss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A: Exercise type (Cardio vs Weights)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B: Diet type (Low-Carb vs Standard)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participants per cell, 16 total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weight loss in kg over 8 weeks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three effects at α = 0.05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Cell Means &amp;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 + Low-Carb: x̄ = 5.90    Cardio + Standard: x̄ = 3.88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Low-Carb: x̄ = 4.38   Weights + Standard: x̄ = 2.88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 = 4.26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F_Exercise = 13.69 (p &lt; 0.01) → Significant: Cardio &gt; Weights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F_Diet = 25.35 (p &lt; 0.001) → Significant: Low-Carb &gt; Standard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F_Interaction: Check if lines in profile plot are parallel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exercise and diet independently affect weight loss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the interaction FIRST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If significant: main effects must be interpreted conditionally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If NOT significant: interpret main effects independently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significant main effects with &gt;2 levels: use post-hoc tests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Always create an interaction plot to visualize patterns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η² for each effect to convey practical significance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54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Ignoring the interaction and only reporting main effects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Interpreting main effects when a significant interaction is present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Forgetting that an interaction means 'it depends' — the story is more nuanced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checking the equal variance assumption across ALL cells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Two-way ANOVA tests two factors and their interaction simultaneously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 F-tests: one for each main effect plus one for the interaction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Interaction = the effect of one factor depends on the level of the other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Always check interaction first before interpreting main effects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 η² for each effect; use interaction plots for visualization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Also: One-Way ANOVA (single factor) · Kruskal-Wallis (nonparametric)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Two-Way ANOVA</dc:title>
  <dc:subject>PptxGenJS Presentation</dc:subject>
  <dc:creator>Statistics Course</dc:creator>
  <cp:lastModifiedBy>Statistics Course</cp:lastModifiedBy>
  <cp:revision>1</cp:revision>
  <dcterms:created xsi:type="dcterms:W3CDTF">2026-03-09T09:09:54Z</dcterms:created>
  <dcterms:modified xsi:type="dcterms:W3CDTF">2026-03-09T09:09:54Z</dcterms:modified>
</cp:coreProperties>
</file>